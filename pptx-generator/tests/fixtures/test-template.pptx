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91440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Title Placeholder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Subtitle Placeholder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Title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828800"/>
            <a:ext cx="91440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Bullet content area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2026-03-14T19:00:31Z</dcterms:created>
  <dcterms:modified xsi:type="dcterms:W3CDTF">2026-03-14T19:00:31Z</dcterms:modified>
</cp:coreProperties>
</file>