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Sz cx="12192000" cy="6858000" type="screen16x9"/>
  <p:notesSz cx="6858000" cy="12192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AYOUT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 idx="0"/>
          </p:nvPr>
        </p:nvSpPr>
        <p:spPr>
          <a:xfrm>
            <a:off x="457200" y="1600200"/>
            <a:ext cx="11277600" cy="18288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457200" y="3886200"/>
            <a:ext cx="11277600" cy="914400"/>
          </a:xfrm>
        </p:spPr>
        <p:txBody>
          <a:bodyPr/>
          <a:lstStyle/>
          <a:p>
            <a:endParaRPr lang="en-US"/>
          </a:p>
        </p:txBody>
      </p:sp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50" r:id="rId1"/>
  </p:sldLayoutIdLst>
</p:sldMaster>
</file>

<file path=ppt/theme/theme1.xml><?xml version="1.0" encoding="utf-8"?>
<a:theme xmlns:a="http://schemas.openxmlformats.org/drawingml/2006/main" name="TestTheme">
  <a:themeElements>
    <a:clrScheme name="TestColors">
      <a:dk1>
        <a:srgbClr val="000000"/>
      </a:dk1>
      <a:lt1>
        <a:srgbClr val="FFFFFF"/>
      </a:lt1>
      <a:dk2>
        <a:srgbClr val="333333"/>
      </a:dk2>
      <a:lt2>
        <a:srgbClr val="F0F0F0"/>
      </a:lt2>
      <a:accent1>
        <a:srgbClr val="1B2A4A"/>
      </a:accent1>
      <a:accent2>
        <a:srgbClr val="2D7DD2"/>
      </a:accent2>
      <a:accent3>
        <a:srgbClr val="17A2B8"/>
      </a:accent3>
      <a:accent4>
        <a:srgbClr val="E8625C"/>
      </a:accent4>
      <a:accent5>
        <a:srgbClr val="27AE60"/>
      </a:accent5>
      <a:accent6>
        <a:srgbClr val="F39C12"/>
      </a:accent6>
      <a:hlink>
        <a:srgbClr val="0563C1"/>
      </a:hlink>
      <a:folHlink>
        <a:srgbClr val="954F72"/>
      </a:folHlink>
    </a:clrScheme>
    <a:fontScheme name="TestFont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TestForma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