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48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AYOUT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D1B219-7F5A-68B9-C105-4F23F7272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D9B9400-BC1B-4C61-331C-A0F69460B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DADF5B-BCEF-BB1B-CCF7-84EA1F49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5770D-8F61-4A00-AF92-2A898121178B}" type="datetimeFigureOut">
              <a:rPr lang="fr-CA" smtClean="0"/>
              <a:t>2026-03-11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839DF6-6A7C-665B-4BC5-5CCF85761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F365B9-9DAD-130C-AA65-4B09F5F62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27EDC-E44C-4DC9-82E8-C10902764D3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008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_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111843D-D8F9-CB7D-7C57-BB2CD146D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5770D-8F61-4A00-AF92-2A898121178B}" type="datetimeFigureOut">
              <a:rPr lang="fr-CA" smtClean="0"/>
              <a:t>2026-03-14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252BEDD-B8CF-BEBF-E2C0-8A3A3C532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0EFE448-3EA8-12E7-E8F4-39DFF2556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27EDC-E44C-4DC9-82E8-C10902764D38}" type="slidenum">
              <a:rPr lang="fr-CA" smtClean="0"/>
              <a:t>‹N°›</a:t>
            </a:fld>
            <a:endParaRPr lang="fr-CA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22B3472-4365-7FCF-2EB4-8972597EB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408238" y="2713038"/>
            <a:ext cx="6928802" cy="91440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A" dirty="0"/>
          </a:p>
        </p:txBody>
      </p:sp>
      <p:sp>
        <p:nvSpPr>
          <p:cNvPr id="9" name="Titre 8">
            <a:extLst>
              <a:ext uri="{FF2B5EF4-FFF2-40B4-BE49-F238E27FC236}">
                <a16:creationId xmlns:a16="http://schemas.microsoft.com/office/drawing/2014/main" id="{460F8F8D-78AF-3BCA-C922-993FD8CF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0" y="124904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44964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7BC459-D93D-8766-1A32-C9C2A84CF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14800" cy="1325563"/>
          </a:xfrm>
        </p:spPr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2C81E61E-1509-23E3-C4B2-DFA03CC6D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5770D-8F61-4A00-AF92-2A898121178B}" type="datetimeFigureOut">
              <a:rPr lang="fr-CA" smtClean="0"/>
              <a:t>2026-03-14</a:t>
            </a:fld>
            <a:endParaRPr lang="fr-CA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9CEAF26-F127-BEED-269C-57583CDB7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3EED3E59-11DF-AB90-0A07-E2AD9A8B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27EDC-E44C-4DC9-82E8-C10902764D38}" type="slidenum">
              <a:rPr lang="fr-CA" smtClean="0"/>
              <a:t>‹N°›</a:t>
            </a:fld>
            <a:endParaRPr lang="fr-CA"/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0541651-50BF-E90F-8633-B998406915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60962" y="207327"/>
            <a:ext cx="6756718" cy="569563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1768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_GENER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B3A9BF-5024-3AAE-DD46-28291C4B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1EDF575-7E6B-15CB-9727-4D21451C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5770D-8F61-4A00-AF92-2A898121178B}" type="datetimeFigureOut">
              <a:rPr lang="fr-CA" smtClean="0"/>
              <a:t>2026-03-14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E7FC8CB-6135-637E-0227-DC6378FAE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D0DBF1B-7549-54F2-6B89-CA52A6CC7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27EDC-E44C-4DC9-82E8-C10902764D38}" type="slidenum">
              <a:rPr lang="fr-CA" smtClean="0"/>
              <a:t>‹N°›</a:t>
            </a:fld>
            <a:endParaRPr lang="fr-CA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3F98AFF-9E40-9359-A7DC-12E26699D5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49362" y="2722562"/>
            <a:ext cx="8717597" cy="388143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72E1501-D5A8-BA90-D8D0-F8BA6425FACA}"/>
              </a:ext>
            </a:extLst>
          </p:cNvPr>
          <p:cNvSpPr txBox="1"/>
          <p:nvPr userDrawn="1"/>
        </p:nvSpPr>
        <p:spPr>
          <a:xfrm>
            <a:off x="8950960" y="1950720"/>
            <a:ext cx="1818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générique</a:t>
            </a:r>
          </a:p>
        </p:txBody>
      </p:sp>
    </p:spTree>
    <p:extLst>
      <p:ext uri="{BB962C8B-B14F-4D97-AF65-F5344CB8AC3E}">
        <p14:creationId xmlns:p14="http://schemas.microsoft.com/office/powerpoint/2010/main" val="2732926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5312636-00E7-FFBF-0388-F6EA394C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B08D9F8-F6C5-394F-D48E-48821435F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FDB0CF-A1C8-8E7D-3E61-BF49FC0C4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35770D-8F61-4A00-AF92-2A898121178B}" type="datetimeFigureOut">
              <a:rPr lang="fr-CA" smtClean="0"/>
              <a:t>2026-03-11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D3EA8C-7424-5A34-A84E-DEC55FEC2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8F108A-BDF3-3D7B-110C-D0902746C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27EDC-E44C-4DC9-82E8-C10902764D3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14394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034A14-DC56-A228-3160-5A26740C1B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0E3818-FFEA-B08E-F1B0-B6DDA3739A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159636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4647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Riel</dc:creator>
  <cp:lastModifiedBy>Julien Riel</cp:lastModifiedBy>
  <cp:revision>1</cp:revision>
  <dcterms:created xsi:type="dcterms:W3CDTF">2026-03-11T13:34:32Z</dcterms:created>
  <dcterms:modified xsi:type="dcterms:W3CDTF">2026-03-14T19:02:17Z</dcterms:modified>
</cp:coreProperties>
</file>