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ctrTitle" idx="0"/>
          </p:nvPr>
        </p:nvSpPr>
        <p:spPr>
          <a:xfrm>
            <a:off x="457200" y="1828800"/>
            <a:ext cx="11277600" cy="18288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subTitle" idx="1"/>
          </p:nvPr>
        </p:nvSpPr>
        <p:spPr>
          <a:xfrm>
            <a:off x="457200" y="4114800"/>
            <a:ext cx="11277600" cy="914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5524500" cy="4343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laceholder 2"/>
          <p:cNvSpPr>
            <a:spLocks noGrp="1"/>
          </p:cNvSpPr>
          <p:nvPr>
            <p:ph type="body" idx="2"/>
          </p:nvPr>
        </p:nvSpPr>
        <p:spPr>
          <a:xfrm>
            <a:off x="6210300" y="2057400"/>
            <a:ext cx="5524500" cy="4343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YOUT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0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11277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laceholder 1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11277600" cy="4343400"/>
          </a:xfrm>
        </p:spPr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</p:sldMaster>
</file>

<file path=ppt/theme/theme1.xml><?xml version="1.0" encoding="utf-8"?>
<a:theme xmlns:a="http://schemas.openxmlformats.org/drawingml/2006/main" name="DefaultTheme">
  <a:themeElements>
    <a:clrScheme name="Default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F4E79"/>
      </a:accent1>
      <a:accent2>
        <a:srgbClr val="2E75B6"/>
      </a:accent2>
      <a:accent3>
        <a:srgbClr val="C00000"/>
      </a:accent3>
      <a:accent4>
        <a:srgbClr val="2E7D32"/>
      </a:accent4>
      <a:accent5>
        <a:srgbClr val="6A1B9A"/>
      </a:accent5>
      <a:accent6>
        <a:srgbClr val="E65100"/>
      </a:accent6>
      <a:hlink>
        <a:srgbClr val="0563C1"/>
      </a:hlink>
      <a:folHlink>
        <a:srgbClr val="954F72"/>
      </a:folHlink>
    </a:clrScheme>
    <a:fontScheme name="Default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