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1: Nominal title layout — title + subtitle rendering.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2: Nominal section layout.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3: Standard case with 3 short bullets.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4: Maximum 5 bullets — verifying all fit.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5: Overflow test — each bullet has ~25 words.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6: Long title wrapping test (&gt;60 chars).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7: Nominal two-columns layout — balanced columns.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8: Unbalanced columns — 5 vs 2 bullets.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9: Timeline with 4 events — mixed statuses (done/in-progress/planned).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10: Timeline with 6 events — edge case for max events.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11: Simple architecture — 3 layers, 4 nodes.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12: Complex architecture — 3 layers, 8 nodes (edge case).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13: Generic layout — plain text body.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14: Generic layout — bullets rendered in body placeholder.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15: Degradation demo — kpi layout degraded to bullets.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16: Degradation demo — architecture layout degraded to generic/bullets.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914400" y="1543050"/>
            <a:ext cx="7315200" cy="1028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0000"/>
                </a:solidFill>
              </a:rPr>
              <a:t>Demo Presentation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914400" y="2828925"/>
            <a:ext cx="7315200" cy="7715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Generated by pptx-generator validator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914400" y="1543050"/>
            <a:ext cx="7315200" cy="1028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0000"/>
                </a:solidFill>
              </a:rPr>
              <a:t>Section Break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914400" y="2828925"/>
            <a:ext cx="7315200" cy="7715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This is a section divider slide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57200" y="257175"/>
            <a:ext cx="8229600" cy="7715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00000"/>
                </a:solidFill>
              </a:rPr>
              <a:t>Three Short Bullets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457200" y="1131570"/>
            <a:ext cx="8229600" cy="36004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First point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Second point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Third point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57200" y="257175"/>
            <a:ext cx="8229600" cy="7715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00000"/>
                </a:solidFill>
              </a:rPr>
              <a:t>Five Bullets (Max)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457200" y="1131570"/>
            <a:ext cx="8229600" cy="36004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First item in the list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Second item in the list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Third item in the list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Fourth item in the list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Fifth item in the list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57200" y="257175"/>
            <a:ext cx="8229600" cy="7715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00000"/>
                </a:solidFill>
              </a:rPr>
              <a:t>Long Text Overflow Test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457200" y="1131570"/>
            <a:ext cx="8229600" cy="36004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This is a very long bullet point that contains many words to…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This is a very long bullet point that contains many words to…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This is a very long bullet point that contains many words to…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57200" y="257175"/>
            <a:ext cx="8229600" cy="7715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00000"/>
                </a:solidFill>
              </a:rPr>
              <a:t>This Is a Very Long Title That Should Wrap Onto Two Lines t…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457200" y="1131570"/>
            <a:ext cx="8229600" cy="36004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Content under long title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57200" y="257175"/>
            <a:ext cx="8229600" cy="7715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00000"/>
                </a:solidFill>
              </a:rPr>
              <a:t>Two Columns — Balanced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457200" y="1131570"/>
            <a:ext cx="3840480" cy="36004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Left item A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Left item B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Left item C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4846320" y="1131570"/>
            <a:ext cx="3840480" cy="36004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Right item A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Right item B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Right item C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57200" y="257175"/>
            <a:ext cx="8229600" cy="7715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00000"/>
                </a:solidFill>
              </a:rPr>
              <a:t>Two Columns — Unbalanced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457200" y="1131570"/>
            <a:ext cx="3840480" cy="36004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Left 1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Left 2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Left 3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Left 4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Left 5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4846320" y="1131570"/>
            <a:ext cx="3840480" cy="36004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Right 1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Right 2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57200" y="257175"/>
            <a:ext cx="8229600" cy="7715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00000"/>
                </a:solidFill>
              </a:rPr>
              <a:t>Project Timeline — 4 Events</a:t>
            </a:r>
            <a:endParaRPr lang="en-US" sz="3600" dirty="0"/>
          </a:p>
        </p:txBody>
      </p:sp>
      <p:sp>
        <p:nvSpPr>
          <p:cNvPr id="4" name="Shape 1"/>
          <p:cNvSpPr/>
          <p:nvPr/>
        </p:nvSpPr>
        <p:spPr>
          <a:xfrm>
            <a:off x="731520" y="2926080"/>
            <a:ext cx="7680960" cy="0"/>
          </a:xfrm>
          <a:prstGeom prst="line">
            <a:avLst/>
          </a:prstGeom>
          <a:noFill/>
          <a:ln w="25400">
            <a:solidFill>
              <a:srgbClr val="666666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48640" y="2743200"/>
            <a:ext cx="365760" cy="36576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6" name="Text 3"/>
          <p:cNvSpPr/>
          <p:nvPr/>
        </p:nvSpPr>
        <p:spPr>
          <a:xfrm>
            <a:off x="182880" y="210312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</a:rPr>
              <a:t>Planning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82880" y="2468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2026-Q1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3108960" y="2743200"/>
            <a:ext cx="365760" cy="36576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9" name="Text 6"/>
          <p:cNvSpPr/>
          <p:nvPr/>
        </p:nvSpPr>
        <p:spPr>
          <a:xfrm>
            <a:off x="2743200" y="329184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</a:rPr>
              <a:t>Development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2743200" y="3657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2026-Q2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669280" y="2743200"/>
            <a:ext cx="365760" cy="365760"/>
          </a:xfrm>
          <a:prstGeom prst="ellipse">
            <a:avLst/>
          </a:prstGeom>
          <a:solidFill>
            <a:srgbClr val="F57C00"/>
          </a:solidFill>
          <a:ln/>
        </p:spPr>
      </p:sp>
      <p:sp>
        <p:nvSpPr>
          <p:cNvPr id="12" name="Text 9"/>
          <p:cNvSpPr/>
          <p:nvPr/>
        </p:nvSpPr>
        <p:spPr>
          <a:xfrm>
            <a:off x="5303520" y="210312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</a:rPr>
              <a:t>Testing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5303520" y="2468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2026-Q3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8229600" y="2743200"/>
            <a:ext cx="365760" cy="365760"/>
          </a:xfrm>
          <a:prstGeom prst="ellipse">
            <a:avLst/>
          </a:prstGeom>
          <a:solidFill>
            <a:srgbClr val="9E9E9E"/>
          </a:solidFill>
          <a:ln/>
        </p:spPr>
      </p:sp>
      <p:sp>
        <p:nvSpPr>
          <p:cNvPr id="15" name="Text 12"/>
          <p:cNvSpPr/>
          <p:nvPr/>
        </p:nvSpPr>
        <p:spPr>
          <a:xfrm>
            <a:off x="7863840" y="329184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</a:rPr>
              <a:t>Launch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7863840" y="3657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2026-Q4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57200" y="257175"/>
            <a:ext cx="8229600" cy="7715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00000"/>
                </a:solidFill>
              </a:rPr>
              <a:t>Timeline — 6 Events (Max)</a:t>
            </a:r>
            <a:endParaRPr lang="en-US" sz="3600" dirty="0"/>
          </a:p>
        </p:txBody>
      </p:sp>
      <p:sp>
        <p:nvSpPr>
          <p:cNvPr id="4" name="Shape 1"/>
          <p:cNvSpPr/>
          <p:nvPr/>
        </p:nvSpPr>
        <p:spPr>
          <a:xfrm>
            <a:off x="731520" y="2926080"/>
            <a:ext cx="7680960" cy="0"/>
          </a:xfrm>
          <a:prstGeom prst="line">
            <a:avLst/>
          </a:prstGeom>
          <a:noFill/>
          <a:ln w="25400">
            <a:solidFill>
              <a:srgbClr val="666666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48640" y="2743200"/>
            <a:ext cx="365760" cy="36576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6" name="Text 3"/>
          <p:cNvSpPr/>
          <p:nvPr/>
        </p:nvSpPr>
        <p:spPr>
          <a:xfrm>
            <a:off x="182880" y="210312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</a:rPr>
              <a:t>Kickoff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82880" y="2468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Jan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2084832" y="2743200"/>
            <a:ext cx="365760" cy="36576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9" name="Text 6"/>
          <p:cNvSpPr/>
          <p:nvPr/>
        </p:nvSpPr>
        <p:spPr>
          <a:xfrm>
            <a:off x="1719072" y="329184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</a:rPr>
              <a:t>Prototype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719072" y="3657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Mar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3621024" y="2743200"/>
            <a:ext cx="365760" cy="36576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12" name="Text 9"/>
          <p:cNvSpPr/>
          <p:nvPr/>
        </p:nvSpPr>
        <p:spPr>
          <a:xfrm>
            <a:off x="3255264" y="210312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</a:rPr>
              <a:t>Alpha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3255264" y="2468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May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5157216" y="2743200"/>
            <a:ext cx="365760" cy="365760"/>
          </a:xfrm>
          <a:prstGeom prst="ellipse">
            <a:avLst/>
          </a:prstGeom>
          <a:solidFill>
            <a:srgbClr val="F57C00"/>
          </a:solidFill>
          <a:ln/>
        </p:spPr>
      </p:sp>
      <p:sp>
        <p:nvSpPr>
          <p:cNvPr id="15" name="Text 12"/>
          <p:cNvSpPr/>
          <p:nvPr/>
        </p:nvSpPr>
        <p:spPr>
          <a:xfrm>
            <a:off x="4791456" y="329184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</a:rPr>
              <a:t>Beta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4791456" y="3657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Jul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6693408" y="2743200"/>
            <a:ext cx="365760" cy="365760"/>
          </a:xfrm>
          <a:prstGeom prst="ellipse">
            <a:avLst/>
          </a:prstGeom>
          <a:solidFill>
            <a:srgbClr val="9E9E9E"/>
          </a:solidFill>
          <a:ln/>
        </p:spPr>
      </p:sp>
      <p:sp>
        <p:nvSpPr>
          <p:cNvPr id="18" name="Text 15"/>
          <p:cNvSpPr/>
          <p:nvPr/>
        </p:nvSpPr>
        <p:spPr>
          <a:xfrm>
            <a:off x="6327648" y="210312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</a:rPr>
              <a:t>RC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6327648" y="2468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Sep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8229600" y="2743200"/>
            <a:ext cx="365760" cy="365760"/>
          </a:xfrm>
          <a:prstGeom prst="ellipse">
            <a:avLst/>
          </a:prstGeom>
          <a:solidFill>
            <a:srgbClr val="9E9E9E"/>
          </a:solidFill>
          <a:ln/>
        </p:spPr>
      </p:sp>
      <p:sp>
        <p:nvSpPr>
          <p:cNvPr id="21" name="Text 18"/>
          <p:cNvSpPr/>
          <p:nvPr/>
        </p:nvSpPr>
        <p:spPr>
          <a:xfrm>
            <a:off x="7863840" y="329184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</a:rPr>
              <a:t>GA Release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7863840" y="3657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Nov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57200" y="257175"/>
            <a:ext cx="8229600" cy="7715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00000"/>
                </a:solidFill>
              </a:rPr>
              <a:t>Architecture — Simple</a:t>
            </a:r>
            <a:endParaRPr lang="en-US" sz="3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57200" y="257175"/>
            <a:ext cx="8229600" cy="7715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00000"/>
                </a:solidFill>
              </a:rPr>
              <a:t>Architecture — Complex (8 Nodes)</a:t>
            </a:r>
            <a:endParaRPr lang="en-US" sz="3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57200" y="257175"/>
            <a:ext cx="8229600" cy="7715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00000"/>
                </a:solidFill>
              </a:rPr>
              <a:t>Generic Layout — Free Text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457200" y="1131570"/>
            <a:ext cx="8229600" cy="36004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This slide uses the generic layout with free-form text content. It serves as the ultimate fallback for any unsupported layout type.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57200" y="257175"/>
            <a:ext cx="8229600" cy="7715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00000"/>
                </a:solidFill>
              </a:rPr>
              <a:t>Generic Layout — Bullets Fallback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457200" y="1131570"/>
            <a:ext cx="8229600" cy="36004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Bullet in generic body A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Bullet in generic body B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Bullet in generic body C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57200" y="257175"/>
            <a:ext cx="8229600" cy="7715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00000"/>
                </a:solidFill>
              </a:rPr>
              <a:t>KPI Dashboard (Degraded)</a:t>
            </a:r>
            <a:endParaRPr lang="en-US" sz="3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57200" y="257175"/>
            <a:ext cx="8229600" cy="7715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00000"/>
                </a:solidFill>
              </a:rPr>
              <a:t>Architecture Diagram (Degraded)</a:t>
            </a:r>
            <a:endParaRPr lang="en-US" sz="3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Template Demo — pptx-generator</dc:title>
  <dc:subject>PptxGenJS Presentation</dc:subject>
  <dc:creator>pptx-generator validator</dc:creator>
  <cp:lastModifiedBy>pptx-generator validator</cp:lastModifiedBy>
  <cp:revision>1</cp:revision>
  <dcterms:created xsi:type="dcterms:W3CDTF">2026-03-14T19:53:50Z</dcterms:created>
  <dcterms:modified xsi:type="dcterms:W3CDTF">2026-03-14T19:53:50Z</dcterms:modified>
</cp:coreProperties>
</file>