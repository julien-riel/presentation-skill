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12192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499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ITLE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11277600" cy="1828800"/>
          </a:xfrm>
        </p:spPr>
        <p:txBody>
          <a:bodyPr anchor="b"/>
          <a:lstStyle/>
          <a:p>
            <a:pPr algn="ctr"/>
            <a:endParaRPr lang="en-US" sz="4400" b="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ubTitle" idx="1"/>
          </p:nvPr>
        </p:nvSpPr>
        <p:spPr>
          <a:xfrm>
            <a:off x="457200" y="4114800"/>
            <a:ext cx="11277600" cy="914400"/>
          </a:xfrm>
        </p:spPr>
        <p:txBody>
          <a:bodyPr anchor="t"/>
          <a:lstStyle/>
          <a:p>
            <a:pPr algn="ctr"/>
            <a:endParaRPr lang="en-US" sz="2000">
              <a:solidFill>
                <a:srgbClr val="B8C6D9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SECTION">
    <p:bg>
      <p:bgPr>
        <a:solidFill>
          <a:srgbClr val="2D7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/>
          </p:nvPr>
        </p:nvSpPr>
        <p:spPr>
          <a:xfrm>
            <a:off x="457200" y="1943100"/>
            <a:ext cx="11277600" cy="1600200"/>
          </a:xfrm>
        </p:spPr>
        <p:txBody>
          <a:bodyPr anchor="b"/>
          <a:lstStyle/>
          <a:p>
            <a:pPr algn="l"/>
            <a:endParaRPr lang="en-US" sz="3200" b="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4000500"/>
            <a:ext cx="11277600" cy="914400"/>
          </a:xfrm>
        </p:spPr>
        <p:txBody>
          <a:bodyPr anchor="t"/>
          <a:lstStyle/>
          <a:p>
            <a:pPr algn="l"/>
            <a:endParaRPr lang="en-US" sz="1800">
              <a:solidFill>
                <a:srgbClr val="D4E6F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BULLETS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143000"/>
          </a:xfrm>
        </p:spPr>
        <p:txBody>
          <a:bodyPr anchor="b"/>
          <a:lstStyle/>
          <a:p>
            <a:pPr algn="l"/>
            <a:endParaRPr lang="en-US" sz="2800" b="1">
              <a:solidFill>
                <a:srgbClr val="1B2A4A"/>
              </a:solidFill>
              <a:latin typeface="+mj-lt"/>
            </a:endParaRPr>
          </a:p>
        </p:txBody>
      </p:sp>
      <p:sp>
        <p:nvSpPr>
          <p:cNvPr id="5" name="Accent Line"/>
          <p:cNvSpPr/>
          <p:nvPr/>
        </p:nvSpPr>
        <p:spPr>
          <a:xfrm>
            <a:off x="457200" y="1828800"/>
            <a:ext cx="11277600" cy="0"/>
          </a:xfrm>
          <a:prstGeom prst="line">
            <a:avLst/>
          </a:prstGeom>
          <a:ln w="28575">
            <a:solidFill>
              <a:srgbClr val="2D7DD2"/>
            </a:solidFill>
          </a:ln>
        </p:spPr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 anchor="t"/>
          <a:lstStyle>
            <a:lvl1pPr marL="342900" indent="-342900">
              <a:buSzPct val="100000"/>
              <a:buFont typeface="Arial" panose="020B0604020202020204"/>
              <a:buChar char="•"/>
              <a:defRPr sz="1600">
                <a:solidFill>
                  <a:srgbClr val="2C3E50"/>
                </a:solidFill>
                <a:latin typeface="+mn-lt"/>
              </a:defRPr>
            </a:lvl1pPr>
          </a:lstStyle>
          <a:p>
            <a:endParaRPr lang="en-US" sz="1600">
              <a:solidFill>
                <a:srgbClr val="2C3E50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GENERIC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143000"/>
          </a:xfrm>
        </p:spPr>
        <p:txBody>
          <a:bodyPr anchor="b"/>
          <a:lstStyle/>
          <a:p>
            <a:pPr algn="l"/>
            <a:endParaRPr lang="en-US" sz="2800" b="1">
              <a:solidFill>
                <a:srgbClr val="1B2A4A"/>
              </a:solidFill>
              <a:latin typeface="+mj-lt"/>
            </a:endParaRPr>
          </a:p>
        </p:txBody>
      </p:sp>
      <p:sp>
        <p:nvSpPr>
          <p:cNvPr id="5" name="Accent Line"/>
          <p:cNvSpPr/>
          <p:nvPr/>
        </p:nvSpPr>
        <p:spPr>
          <a:xfrm>
            <a:off x="457200" y="1828800"/>
            <a:ext cx="11277600" cy="0"/>
          </a:xfrm>
          <a:prstGeom prst="line">
            <a:avLst/>
          </a:prstGeom>
          <a:ln w="28575">
            <a:solidFill>
              <a:srgbClr val="2D7DD2"/>
            </a:solidFill>
          </a:ln>
        </p:spPr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 anchor="t"/>
          <a:lstStyle/>
          <a:p>
            <a:endParaRPr lang="en-US" sz="1600">
              <a:solidFill>
                <a:srgbClr val="2C3E50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WO_COLUMNS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143000"/>
          </a:xfrm>
        </p:spPr>
        <p:txBody>
          <a:bodyPr anchor="b"/>
          <a:lstStyle/>
          <a:p>
            <a:pPr algn="l"/>
            <a:endParaRPr lang="en-US" sz="2800" b="1">
              <a:solidFill>
                <a:srgbClr val="1B2A4A"/>
              </a:solidFill>
              <a:latin typeface="+mj-lt"/>
            </a:endParaRPr>
          </a:p>
        </p:txBody>
      </p:sp>
      <p:sp>
        <p:nvSpPr>
          <p:cNvPr id="6" name="Accent Line"/>
          <p:cNvSpPr/>
          <p:nvPr/>
        </p:nvSpPr>
        <p:spPr>
          <a:xfrm>
            <a:off x="457200" y="1828800"/>
            <a:ext cx="11277600" cy="0"/>
          </a:xfrm>
          <a:prstGeom prst="line">
            <a:avLst/>
          </a:prstGeom>
          <a:ln w="28575">
            <a:solidFill>
              <a:srgbClr val="2D7DD2"/>
            </a:solidFill>
          </a:ln>
        </p:spPr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5524500" cy="4343400"/>
          </a:xfrm>
        </p:spPr>
        <p:txBody>
          <a:bodyPr anchor="t"/>
          <a:lstStyle>
            <a:lvl1pPr marL="342900" indent="-342900">
              <a:buSzPct val="100000"/>
              <a:buFont typeface="Arial" panose="020B0604020202020204"/>
              <a:buChar char="•"/>
              <a:defRPr sz="1600">
                <a:solidFill>
                  <a:srgbClr val="2C3E50"/>
                </a:solidFill>
                <a:latin typeface="+mn-lt"/>
              </a:defRPr>
            </a:lvl1pPr>
          </a:lstStyle>
          <a:p>
            <a:endParaRPr lang="en-US" sz="1600">
              <a:solidFill>
                <a:srgbClr val="2C3E50"/>
              </a:solidFill>
              <a:latin typeface="+mn-l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 idx="2"/>
          </p:nvPr>
        </p:nvSpPr>
        <p:spPr>
          <a:xfrm>
            <a:off x="6210300" y="2057400"/>
            <a:ext cx="5524500" cy="4343400"/>
          </a:xfrm>
        </p:spPr>
        <p:txBody>
          <a:bodyPr anchor="t"/>
          <a:lstStyle>
            <a:lvl1pPr marL="342900" indent="-342900">
              <a:buSzPct val="100000"/>
              <a:buFont typeface="Arial" panose="020B0604020202020204"/>
              <a:buChar char="•"/>
              <a:defRPr sz="1600">
                <a:solidFill>
                  <a:srgbClr val="2C3E50"/>
                </a:solidFill>
                <a:latin typeface="+mn-lt"/>
              </a:defRPr>
            </a:lvl1pPr>
          </a:lstStyle>
          <a:p>
            <a:endParaRPr lang="en-US" sz="1600">
              <a:solidFill>
                <a:srgbClr val="2C3E50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IMELIN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143000"/>
          </a:xfrm>
        </p:spPr>
        <p:txBody>
          <a:bodyPr anchor="b"/>
          <a:lstStyle/>
          <a:p>
            <a:pPr algn="l"/>
            <a:endParaRPr lang="en-US" sz="2800" b="1">
              <a:solidFill>
                <a:srgbClr val="1B2A4A"/>
              </a:solidFill>
              <a:latin typeface="+mj-lt"/>
            </a:endParaRPr>
          </a:p>
        </p:txBody>
      </p:sp>
      <p:sp>
        <p:nvSpPr>
          <p:cNvPr id="5" name="Accent Line"/>
          <p:cNvSpPr/>
          <p:nvPr/>
        </p:nvSpPr>
        <p:spPr>
          <a:xfrm>
            <a:off x="457200" y="1828800"/>
            <a:ext cx="11277600" cy="0"/>
          </a:xfrm>
          <a:prstGeom prst="line">
            <a:avLst/>
          </a:prstGeom>
          <a:ln w="28575">
            <a:solidFill>
              <a:srgbClr val="2D7DD2"/>
            </a:solidFill>
          </a:ln>
        </p:spPr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 anchor="t"/>
          <a:lstStyle/>
          <a:p>
            <a:endParaRPr lang="en-US" sz="1400">
              <a:solidFill>
                <a:srgbClr val="2C3E50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rofessional">
  <a:themeElements>
    <a:clrScheme name="Professional">
      <a:dk1>
        <a:srgbClr val="1B2A4A"/>
      </a:dk1>
      <a:lt1>
        <a:srgbClr val="FFFFFF"/>
      </a:lt1>
      <a:dk2>
        <a:srgbClr val="2C3E50"/>
      </a:dk2>
      <a:lt2>
        <a:srgbClr val="F7F9FC"/>
      </a:lt2>
      <a:accent1>
        <a:srgbClr val="1B2A4A"/>
      </a:accent1>
      <a:accent2>
        <a:srgbClr val="2D7DD2"/>
      </a:accent2>
      <a:accent3>
        <a:srgbClr val="17A2B8"/>
      </a:accent3>
      <a:accent4>
        <a:srgbClr val="E8625C"/>
      </a:accent4>
      <a:accent5>
        <a:srgbClr val="27AE60"/>
      </a:accent5>
      <a:accent6>
        <a:srgbClr val="F39C12"/>
      </a:accent6>
      <a:hlink>
        <a:srgbClr val="0563C1"/>
      </a:hlink>
      <a:folHlink>
        <a:srgbClr val="954F72"/>
      </a:folHlink>
    </a:clrScheme>
    <a:fontScheme name="ProfessionalFo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fault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2" baseType="lpstr">
      <vt:lpstr>Arial</vt:lpstr>
      <vt:lpstr>Professional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Default Template</dc:title>
  <dc:creator>pptx-generator</dc:creator>
  <cp:lastModifiedBy>Julien Riel</cp:lastModifiedBy>
  <cp:revision>1</cp:revision>
  <dcterms:created xsi:type="dcterms:W3CDTF">2026-03-16T15:51:26Z</dcterms:created>
  <dcterms:modified xsi:type="dcterms:W3CDTF">2026-03-16T16:44:01Z</dcterms:modified>
</cp:coreProperties>
</file>